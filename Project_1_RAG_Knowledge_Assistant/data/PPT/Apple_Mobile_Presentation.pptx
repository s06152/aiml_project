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Apple Mobile (iPhone)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Apple's Smartphone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Apple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 Inc. is a leading technology company.</a:t>
            </a:r>
          </a:p>
          <a:p>
            <a:pPr lvl="1"/>
            <a:r>
              <a:t>Founded in 1976 by Steve Jobs, Steve Wozniak, and Ronald Wayne.</a:t>
            </a:r>
          </a:p>
          <a:p>
            <a:pPr lvl="1"/>
            <a:r>
              <a:t>Headquarters: Cupertino, California, USA.</a:t>
            </a:r>
          </a:p>
          <a:p>
            <a:pPr lvl="1"/>
            <a:r>
              <a:t>Known for innovation in smartphones, laptops, and wearables.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Evolution of iPhone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iPhone launched in 2007.</a:t>
            </a:r>
          </a:p>
          <a:p>
            <a:pPr lvl="1"/>
            <a:r>
              <a:t>Revolutionized touchscreen smartphone market.</a:t>
            </a:r>
          </a:p>
          <a:p>
            <a:pPr lvl="1"/>
            <a:r>
              <a:t>Annual releases with improved performance and features.</a:t>
            </a:r>
          </a:p>
          <a:p>
            <a:pPr lvl="1"/>
            <a:r>
              <a:t>Current models feature advanced AI and camera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 of Apple Mobile (iPhone)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iOS Operating System.</a:t>
            </a:r>
          </a:p>
          <a:p>
            <a:pPr lvl="1"/>
            <a:r>
              <a:t>High-quality Retina Display.</a:t>
            </a:r>
          </a:p>
          <a:p>
            <a:pPr lvl="1"/>
            <a:r>
              <a:t>Advanced A-series processors.</a:t>
            </a:r>
          </a:p>
          <a:p>
            <a:pPr lvl="1"/>
            <a:r>
              <a:t>Strong security and privacy features.</a:t>
            </a:r>
          </a:p>
          <a:p>
            <a:pPr lvl="1"/>
            <a:r>
              <a:t>Seamless ecosystem integration.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iOS Operating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User-friendly interface.</a:t>
            </a:r>
          </a:p>
          <a:p>
            <a:pPr lvl="1"/>
            <a:r>
              <a:t>Regular software updates.</a:t>
            </a:r>
          </a:p>
          <a:p>
            <a:pPr lvl="1"/>
            <a:r>
              <a:t>App Store with millions of applications.</a:t>
            </a:r>
          </a:p>
          <a:p>
            <a:pPr lvl="1"/>
            <a:r>
              <a:t>Strong focus on security and privacy.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Camera and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High-resolution cameras with Night Mode.</a:t>
            </a:r>
          </a:p>
          <a:p>
            <a:pPr lvl="1"/>
            <a:r>
              <a:t>4K video recording.</a:t>
            </a:r>
          </a:p>
          <a:p>
            <a:pPr lvl="1"/>
            <a:r>
              <a:t>Powerful A-series Bionic chips.</a:t>
            </a:r>
          </a:p>
          <a:p>
            <a:pPr lvl="1"/>
            <a:r>
              <a:t>Efficient battery optimization.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Apple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Premium build quality.</a:t>
            </a:r>
          </a:p>
          <a:p>
            <a:pPr lvl="1"/>
            <a:r>
              <a:t>Long-term software support.</a:t>
            </a:r>
          </a:p>
          <a:p>
            <a:pPr lvl="1"/>
            <a:r>
              <a:t>Strong brand value.</a:t>
            </a:r>
          </a:p>
          <a:p>
            <a:pPr lvl="1"/>
            <a:r>
              <a:t>Excellent customer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Disadvantages of Apple Mobile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price compared to competitors.</a:t>
            </a:r>
          </a:p>
          <a:p>
            <a:pPr lvl="1"/>
            <a:r>
              <a:t>Limited customization options.</a:t>
            </a:r>
          </a:p>
          <a:p>
            <a:pPr lvl="1"/>
            <a:r>
              <a:t>Closed ecosystem.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Apple iPhone is one of the most popular smartphones worldwide.</a:t>
            </a:r>
          </a:p>
          <a:p>
            <a:pPr lvl="1"/>
            <a:r>
              <a:t>Combines innovation, performance, and security.</a:t>
            </a:r>
          </a:p>
          <a:p>
            <a:pPr lvl="1"/>
            <a:r>
              <a:t>Continues to lead in premium smartphone market.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